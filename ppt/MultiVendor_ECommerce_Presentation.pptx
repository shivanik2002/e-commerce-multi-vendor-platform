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36576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1645920"/>
            <a:ext cx="9601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MULTI-VENDOR E-COMMERCE PLATFORM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Decoupled 3-Tier Architecture with React 18 &amp; Django REST Framework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371600" y="3657600"/>
            <a:ext cx="5486400" cy="27432"/>
          </a:xfrm>
          <a:prstGeom prst="rect">
            <a:avLst/>
          </a:prstGeom>
          <a:solidFill>
            <a:srgbClr val="4F46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371600" y="3931920"/>
            <a:ext cx="9601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Laboratory Subject: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CAPOL510 – IS Development Laboratory (Mini Project)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Submitted By: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Shivani Kushwah (Register No: 25113110500)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Course &amp; Semester: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Master of Computer Applications (MCA Online), Semester 3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Submitted To: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School of Computing Faculty Panel, SASTRA Deemed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731520" y="457200"/>
            <a:ext cx="4572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Presentation Agenda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Overview of the project chapters and submission dossier structure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31520" y="1645920"/>
            <a:ext cx="411480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05840" y="1920240"/>
            <a:ext cx="35661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Executive Project Summary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presentation highlights the development of a fully responsive, decoupled multi-vendor marketplace.</a:t>
            </a:r>
            <a:b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aspects covered include software planning, functional and non-functional specifications (SRS), use cases and DFD diagrams, relational database schema design, core code snippets, integration sequences, comprehensive test suites, and project reflections.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120640" y="1645920"/>
            <a:ext cx="630936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394960" y="1920240"/>
            <a:ext cx="57606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Submission Structure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• 1: Introduction: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Problem statement, limitations, project abstract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• 2: Software Project Plan: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Milestone scheduling, timelines &amp; milestones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• 3: Requirements (SRS):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Functional requirements, non-functional requirements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• 4: System Analysis: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UML actors, use cases, DFD flow diagrams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• 5: Design &amp; Architecture: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3-Tier architectural blueprint, ERD, API contracts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• 6: Source Code: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Backend models, viewset patterns, frontend contexts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• 7: System Testing: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Unit, integration, and validation cases, debugging logs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• 8: Implementation Review: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Lessons learnt, technical challenges &amp; resolutions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• 9: Future Plans: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Mobile apps, CDNs, production enhancements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731520" y="457200"/>
            <a:ext cx="4572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731520" y="548640"/>
            <a:ext cx="10698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2800">
                <a:solidFill>
                  <a:srgbClr val="0F766E"/>
                </a:solidFill>
              </a:rPr>
              <a:t>.</a:t>
            </a: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 Introduction &amp; Abstract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Problem definition and system goals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1.1 Problem Statement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Monolithic Coupling: Traditional e-commerce architectures bundle backend logic and frontend UI, causing scaling bottlenecks.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Role-Based Separation: Platforms need strict client &amp; server separation between Customers, Vendors, and Admins.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Stock Discrepancies: Concurrency during checkouts can lead to double-selling or incorrect stock counts.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Security Concerns: Web applications require robust token authentication with automated refresh rotation.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630936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1.2 Project Abstract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Proposed Solution: A modern, decoupled multi-vendor marketplace with DRF REST API and React 18 single-page app (SPA).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Authentication: Secure stateless authentication using SimpleJWT (access + refresh tokens).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Robust Checkout: Atomic database transactions guarantee stock deduction and order item safety at checkout.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Scope Limits: Cash-on-Delivery / checkout simulations (no live payment gateway integrations) and local image uploads.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731520" y="457200"/>
            <a:ext cx="4572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731520" y="548640"/>
            <a:ext cx="10698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2800">
                <a:solidFill>
                  <a:srgbClr val="0F766E"/>
                </a:solidFill>
              </a:rPr>
              <a:t>.</a:t>
            </a: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 Software Project Plan &amp; Timeline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Phased development lifecycle over 10 weeks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731520" y="2011680"/>
            <a:ext cx="201168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822960" y="2194560"/>
            <a:ext cx="1828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Weeks 1 - 2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Requirements Gathering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SRS definition, role-based use case mapping, technology stack finalization.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1097280" y="3291840"/>
            <a:ext cx="12801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2971800" y="2011680"/>
            <a:ext cx="201168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3063240" y="2194560"/>
            <a:ext cx="1828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Weeks 3 - 4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System Analysis &amp; Design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Database schema modeling (ERD), API endpoints planning, architecture design.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3337560" y="3291840"/>
            <a:ext cx="12801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212080" y="2011680"/>
            <a:ext cx="201168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303520" y="2194560"/>
            <a:ext cx="1828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Weeks 5 - 7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Coding &amp; Implementation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Developing Django backend apps, React frontend context, and page layouts.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577840" y="3291840"/>
            <a:ext cx="12801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7452360" y="2011680"/>
            <a:ext cx="201168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7543800" y="2194560"/>
            <a:ext cx="1828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System Testing &amp; Validation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Unit test suites execution, integration testing, debugging token refresh rules.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7818120" y="3291840"/>
            <a:ext cx="12801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9692640" y="2011680"/>
            <a:ext cx="201168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9784080" y="2194560"/>
            <a:ext cx="1828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Weeks 9 - 10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Dossier &amp; Submission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Writing university reports, recording demo presentations, code cleanup.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10058400" y="3291840"/>
            <a:ext cx="12801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731520" y="457200"/>
            <a:ext cx="4572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731520" y="548640"/>
            <a:ext cx="10698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2800">
                <a:solidFill>
                  <a:srgbClr val="0F766E"/>
                </a:solidFill>
              </a:rPr>
              <a:t>.</a:t>
            </a: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 Software Requirements Specification (SRS)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Functional and non-functional requirements blueprint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3.1 Core Functional Requirements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FR-1: Role-aware Registration, JWT Login, and Profile updates.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FR-2: Vendor Approval/Revocation lifecycle controlled by Admins.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FR-3: Product listing management (image uploads) &amp; Category setup.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FR-4: Dynamic searching by keywords and client-side filtering.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FR-5: Shopping Cart management storing items in React context.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FR-6: Checkout with atomic stock deduction and historical price freeze.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FR-7: Three custom dashboards (Admin, Vendor, Customer).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630936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3.2 Non-Functional Requirements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Security (NFR-1): Authentication required via 'Bearer &lt;token&gt;' headers; object-level owner permission checks.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Performance (NFR-2): API responses under 500ms; frontend loads under 3s; select_related queries to avoid N+1 issues.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Usability (NFR-3): Dynamic form field validation; responsive layout adapting to mobile and desktop screens.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Scalability (NFR-4): Stateless backend APIs allowing scaling behind load balancers; modular DB config.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Reliability (NFR-5): Database transaction atomicity prevents inventory mismatches on interruptions.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731520" y="457200"/>
            <a:ext cx="4572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731520" y="548640"/>
            <a:ext cx="10698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2800">
                <a:solidFill>
                  <a:srgbClr val="0F766E"/>
                </a:solidFill>
              </a:rPr>
              <a:t>.</a:t>
            </a: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 System Analysis &amp; Use Cases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Actors, permissions, and information data flow modeling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Actors &amp; Use Cases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Guest User: Browses products, searches/filters, views stores list.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Customer Role: Manages shopping cart, checkouts, views order history.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Vendor Role: Lists/updates products, uploads images, tracks received orders, manages shop profile and dashboard.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Admin Role: Approves vendors, manages categories, controls platform users, views global stats.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Primary Use Cases: UC-01 Register, UC-02 Login, UC-03 Manage Products, UC-04 Browse Catalog, UC-05 Checkout, UC-06 Update Order Status, UC-07 Approve Vendor, UC-08 Dashboard, UC-09 Profile.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630936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Data Flow Diagrams (DFD)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DFD Level 0 (Context Diagram): Captures data exchange boundaries between external actors (Guest, Customer, Vendor, Admin) and the centralized Multi-Vendor E-Commerce Platform.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DFD Level 1: Breaks down the monolithic boundary into five distinct internal processes: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 - Process 1.0: User Registration &amp; JWT Authentication.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 - Process 2.0: Product &amp; Category Catalog Management.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 - Process 3.0: Shopping Cart &amp; Atomic Checkout Processing.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 - Process 4.0: Vendor Status Verification &amp; Approvals.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 - Process 5.0: Role-based Dashboard Analytics.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731520" y="457200"/>
            <a:ext cx="4572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731520" y="548640"/>
            <a:ext cx="10698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lang="en-US" sz="2800">
                <a:solidFill>
                  <a:srgbClr val="0F766E"/>
                </a:solidFill>
              </a:rPr>
              <a:t>.</a:t>
            </a: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 3-Tier System Architecture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Decoupled frontend SPA, stateless API layer, and database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731520" y="164592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914400" y="1920240"/>
            <a:ext cx="29260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TIER 1: CLIENT LAYER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React 18 Single-Page App: Dynamic component rendering.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Vite Build Tool: Fast local dev and optimized production bundles.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React Router v6: Declares public vs. Protected (role-based) route access.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Axios Client: Intercepts requests to inject JWT access tokens; handles 401 token refresh rotation automatically.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Context API: Stores global state (AuthContext and CartContext) in memory.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4389120" y="164592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4572000" y="1920240"/>
            <a:ext cx="29260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TIER 2: API LAYER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Django REST Framework: Fully stateless API controllers.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Django ORM: High-level database interactions.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SimpleJWT Integration: Encodes user payload (role, email, username) directly into access tokens.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Custom Permission Classes: IsVendorOrReadOnly blocks non-approved or customer accounts from writing products.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Modular Apps: Isolation of users, vendors, products, orders, and dashboard.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8046720" y="164592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TIER 3: DATABASE LAYER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SQLite: Used locally in development for lightweight fast prototyping.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PostgreSQL Ready: Migrating database engine requires only changing the DATABASES config in settings.py.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Schema Integrity: Foreign key constraints, CASCADE deletions on order lines, unique slug constraints for categories, and index configurations.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Transaction Safety: Enforced for checkout processes.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731520" y="457200"/>
            <a:ext cx="4572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731520" y="548640"/>
            <a:ext cx="10698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lang="en-US" sz="2800">
                <a:solidFill>
                  <a:srgbClr val="0F766E"/>
                </a:solidFill>
              </a:rPr>
              <a:t>.</a:t>
            </a: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 Relational Schema &amp; API Contracts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Relational database tables structure and REST API definitions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Relational Database Schema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users_user: Extended user details (role, email, phone, address).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vendors_vendor: Shop profile info. Auto-created on user registration (role='vendor'). One-to-One with User table.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products_product: Listed products containing vendor_id and category_id foreign keys, price, and stock levels.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products_productimage: Multiple product image support with a flag for primary selection (FK to Product).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orders_order: Order header containing customer_id foreign key, total amount, status selection, and delivery address.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orders_orderitem: Order lines saving product snapshot checkout price and quantity (FK to Order &amp; Product).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630936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API Endpoint Contracts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POST /api/auth/register/: Public registration.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POST /api/auth/login/: Public login, yields SimpleJWT token pair.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PATCH /api/auth/me/: Authenticated profile updates.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GET /api/vendors/: Public listing of approved vendor shops.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GET/POST /api/products/: Public listing / Vendor creation.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PUT/DELETE /api/products/{id}/: Restricted to owner vendor.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GET/POST /api/orders/: Role-filtered listing / Customer placement.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PATCH /api/orders/{id}/update_status/: Vendor status modifications.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PATCH /api/vendors/{id}/approve/ (or reject): Admin controls.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GET /api/dashboard/stats/: Dynamic role-specific analytics stats.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731520" y="457200"/>
            <a:ext cx="4572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731520" y="548640"/>
            <a:ext cx="10698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lang="en-US" sz="2800">
                <a:solidFill>
                  <a:srgbClr val="0F766E"/>
                </a:solidFill>
              </a:rPr>
              <a:t>.</a:t>
            </a: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 Code Implementation &amp; Snippets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Critical programming components and dynamic mechanisms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Backend Implementation Highlights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Custom Permission Class: IsVendorOrReadOnly intercepts writes, ensuring only approved vendors modify products, while guests read.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Atomic Order Placement: The OrderCreateSerializer.create() executes checkout transactions. Inside it: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- Validates stock availability.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- Saves Order header info.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- Creates OrderItem rows with historical price snapshots.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- Deducts inventory stock quantity instantly.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Extended User Model: Custom User overrides auth with email logins and role fields (customer, vendor, admin).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630936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Frontend Implementation Highlights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Axios Token Interceptor (api.js): Appends 'Bearer &lt;access_token&gt;' to header automatically. Intercepts 401 error codes to trigger token refresh, replacing access tokens silently behind the scenes.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AuthContext Provider: Persists session. On reload, calls '/auth/me/' using stored access tokens to retrieve user role profile details.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CartContext Provider: Handles client-side in-memory shopping cart operations, counts item quantities, and clears on logout.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Protected Routes: Wraps secure elements, redirecting unauthenticated traffic to '/login' dynamically.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731520" y="457200"/>
            <a:ext cx="4572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731520" y="548640"/>
            <a:ext cx="10698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1" lang="en-US" sz="2800">
                <a:solidFill>
                  <a:srgbClr val="0F766E"/>
                </a:solidFill>
              </a:rPr>
              <a:t>.</a:t>
            </a: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 Testing, Validation &amp; Debugging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Automated and manual test cases validating platform requirements</a:t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7.1 - 7.3 Testing Methodologies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Unit Testing: Backend model tests and view permissions executed using Django's standard APITestCase framework.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Integration Testing: Verifying API communication between React client calls and backend endpoints. Validated tokens generation.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Validation Case Examples: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- VAL-01: Correct registration inputs yield user creation.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- VAL-04: Non-vendor profile attempts product additions → 403 Forbidden.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- VAL-09: Unapproved vendor blocked from product dashboard.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- VAL-11: Valid checkout deductions decrement product stock levels.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- VAL-16: Customer dashboard queries yield scoped statistics payload.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630936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7.4 Real-World Debugging Cases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Bug 1: Token Refresh Loop. Infinite network requests occurred when refresh tokens expired. Fixed by removing invalid refresh keys immediately from storage and redirecting to login on 401 failures.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Bug 2: Checkout Stock Race Condition. Double ordering occurred during concurrent transactions. Resolved by utilizing database atomic wrappers.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Bug 3: CORS Blocks on Localhost. Local React app was blocked from calling APIs. Fixed by installing django-cors-headers and defining CORS_ALLOWED_ORIGINS.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Bug 4: Vendor Profile Auto-Creation. Querying '/auth/me/' failed for new vendors. Fixed by implementing get_or_create() safety pattern.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731520" y="457200"/>
            <a:ext cx="4572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731520" y="548640"/>
            <a:ext cx="10698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1" lang="en-US" sz="2800">
                <a:solidFill>
                  <a:srgbClr val="0F766E"/>
                </a:solidFill>
              </a:rPr>
              <a:t>.</a:t>
            </a:r>
            <a:r>
              <a:rPr b="1" i="0" lang="en-US" sz="2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 Implementation Review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Reflections on development challenges and core takeaways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Technical Challenges Faced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Stateless Authentication Routing: Managing JWT token lifetimes on the frontend without server session persistence was complex.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Data Synchronization: Ensuring the client-side cart count updates and navigations matched user login credentials seamlessly.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CORS &amp; Security Settings: Configuring cross-origin allowances accurately on development vs production.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Database Migrations: Modifying models (such as adding primary flags to product images) required managing schema migrations cleanly.</a:t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630936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Core Lessons Learnt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Architectural Decoupling: Separating frontend components from REST API controllers speeds up release schedules.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Secure Token Practices: Keeping JWT tokens outside backend session storage enhances scalability and API mobility.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Transaction Boundaries: Enforcing transactions at view or serializer layers ensures data integrity in marketplaces.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Dynamic UI States: Designing modular UI wrappers using React context makes state synchronization straightforward.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9.1 Future Architectural Extensions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Live Payment Gateways: Integrating checkout flows with Stripe or Razorpay to handle live payments.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Mobile App: Developing a shared API-based mobile client using React Native.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Distributed Assets storage: Swapping local storage for AWS S3 and using CDNs for product images distribution.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Push Notifications: Integrating WebSocket connections to dispatch live updates to vendors when orders arrive.</a:t>
            </a: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6035040" y="1097280"/>
            <a:ext cx="18288" cy="4572000"/>
          </a:xfrm>
          <a:prstGeom prst="rect">
            <a:avLst/>
          </a:prstGeom>
          <a:solidFill>
            <a:srgbClr val="4F46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6492240" y="1371600"/>
            <a:ext cx="47548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Concluding Remarks</a:t>
            </a:r>
            <a:endParaRPr/>
          </a:p>
          <a:p>
            <a:pPr indent="0" lvl="0" marL="0" marR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E-Commerce Multi-Vendor Platform successfully demonstrates end-to-end information system design.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leveraging React 18, Django REST Framework, and SimpleJWT, we have delivered a responsive, secure, and transaction-safe architecture that meets the academic standards of the CAPOL510 IS Development Laboratory.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